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46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43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91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595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787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868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72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4770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56984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E08220-0958-4EB6-84AC-FBA5654D403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564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18558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360786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57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139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292943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7242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390858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2208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7941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1044771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895628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76342295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16885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5461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C42483-B3E3-4399-B6B2-4B1D067F8CE5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5084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A36574F-2CAD-411B-9EF3-12D0DF2C09EB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7615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1491A9-BF26-4517-AB22-6183D453A90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885315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5686620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0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09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4053"/>
                </a:solidFill>
              </a:rPr>
              <a:t>Breast Cancer Prediction API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D6D7E"/>
                </a:solidFill>
              </a:rPr>
              <a:t>AI Pioneers Internship ; Week 4 Capstone: Deployment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14725" y="4991878"/>
            <a:ext cx="7067006" cy="1408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C2833"/>
                </a:solidFill>
                <a:latin typeface="Arial Black" panose="020B0A04020102020204" pitchFamily="34" charset="0"/>
              </a:rPr>
              <a:t>Shradha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3"/>
                </a:solidFill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70560" y="569167"/>
            <a:ext cx="10332720" cy="368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</a:rPr>
              <a:t>Build an end-to-end ML pipeline: preprocessing, training, and testing.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</a:rPr>
              <a:t>Serialize the trained model using joblib for reuse without retraining.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</a:rPr>
              <a:t>Deploy a REST API (Flask) that serves live predictions.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</a:rPr>
              <a:t>Document and test the deployed application end-to-end.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2E4053"/>
                </a:solidFill>
              </a:rPr>
              <a:t>End-to-End Pipeline</a:t>
            </a:r>
            <a:endParaRPr lang="en-US" sz="3000" dirty="0"/>
          </a:p>
        </p:txBody>
      </p:sp>
      <p:pic>
        <p:nvPicPr>
          <p:cNvPr id="3" name="Image 0" descr="/home/claude/report4/week4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9" y="1455576"/>
            <a:ext cx="11635272" cy="4404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5D6D7E"/>
                </a:solidFill>
              </a:rPr>
              <a:t>Data → Preprocessing → Model Training → Serialization (joblib) → Flask API → Client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3"/>
                </a:solidFill>
              </a:rPr>
              <a:t>Model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D6D7E"/>
                </a:solidFill>
              </a:rPr>
              <a:t>Random Forest (n_estimators=200, max_depth=5, min_samples_split=5) ; tuned in Week 3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5029200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0.9561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0.9589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0.9722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F1 Score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0.9655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ROC-AUC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0.9927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053"/>
                </a:solidFill>
              </a:rPr>
              <a:t>Top 5 Influential Features: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691640"/>
            <a:ext cx="5029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worst perimeter (0.137)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worst area (0.128)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worst concave points (0.111)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mean concave points (0.101)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worst radius (0.098)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053"/>
                </a:solidFill>
              </a:rPr>
              <a:t>The Prediction API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12801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Health check / welcome message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/features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Lists the 30 required input features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/predict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Accepts feature values as JSON, returns a prediction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657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6D7E"/>
                </a:solidFill>
              </a:rPr>
              <a:t>Design choice: Flask over </a:t>
            </a:r>
            <a:r>
              <a:rPr lang="en-US" sz="1400" i="1" dirty="0" err="1">
                <a:solidFill>
                  <a:srgbClr val="5D6D7E"/>
                </a:solidFill>
              </a:rPr>
              <a:t>FastAPI</a:t>
            </a:r>
            <a:r>
              <a:rPr lang="en-US" sz="1400" i="1" dirty="0">
                <a:solidFill>
                  <a:srgbClr val="5D6D7E"/>
                </a:solidFill>
              </a:rPr>
              <a:t> ; small, synchronous API scope; simplicity over async/auto-docs benefits FastAPI would add.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6D7E"/>
                </a:solidFill>
              </a:rPr>
              <a:t>Design choice: joblib over pickle ; more efficient for the many NumPy arrays inside a 200-tree Random Forest.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4053"/>
                </a:solidFill>
              </a:rPr>
              <a:t>Testing &amp; the Threshold Trade-off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833"/>
                </a:solidFill>
              </a:rPr>
              <a:t>All 3 real test samples sent to the live API matched their true labels (malignant/benign).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332720" cy="1280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False Negatives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False Positives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0.986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0.5 (default)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0.972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0.903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D6D7E"/>
                </a:solidFill>
              </a:rPr>
              <a:t>Missing malignant cases (false negatives) is costlier than a false alarm ; the threshold is a deliberate, adjustable lever, not a fixed default.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4053"/>
                </a:solidFill>
              </a:rPr>
              <a:t>Limitations &amp; 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053"/>
                </a:solidFill>
              </a:rPr>
              <a:t>Known Limitations: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3730379" cy="216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Fixed 0.5 threshold, not configurable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No batch prediction endpoint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No auth, rate limiting, or logging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No containerization or model versioning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053"/>
                </a:solidFill>
              </a:rPr>
              <a:t>Key Takeaways: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9202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Serialization + APIs turn a model into a usable product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Every metric needs a 'why', not just a value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</a:rPr>
              <a:t>Library choices (Flask/FastAPI, joblib/pickle) are trade-offs, not defaults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</TotalTime>
  <Words>378</Words>
  <Application>Microsoft Office PowerPoint</Application>
  <PresentationFormat>Widescreen</PresentationFormat>
  <Paragraphs>81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Shradha S</cp:lastModifiedBy>
  <cp:revision>2</cp:revision>
  <dcterms:created xsi:type="dcterms:W3CDTF">2026-09-26T15:03:23Z</dcterms:created>
  <dcterms:modified xsi:type="dcterms:W3CDTF">2026-09-26T17:16:05Z</dcterms:modified>
</cp:coreProperties>
</file>